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410" r:id="rId5"/>
    <p:sldId id="391" r:id="rId6"/>
    <p:sldId id="411" r:id="rId7"/>
    <p:sldId id="412" r:id="rId8"/>
    <p:sldId id="398" r:id="rId9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6747" autoAdjust="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03/04/2026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03/04/2026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77C06-F1EB-1234-A318-A56765A7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AD32963-6ACD-B1F6-7CDF-9C2AE9CC7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8C913F6-A933-E701-9D8E-22D7B3730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5AA89E-A01C-6AEA-B7F7-59B071250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719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C89E-A0F3-42EB-C2B6-F98F0B7D9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0770B98-7861-FF9A-F52F-B4627808C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040D1CA-7EEC-C546-6CF3-40BEC092C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313823-B736-9D30-489E-F72A0AB1B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9596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You're</a:t>
            </a:r>
            <a:r>
              <a:rPr lang="fr-FR" dirty="0"/>
              <a:t> </a:t>
            </a:r>
            <a:r>
              <a:rPr lang="fr-FR" dirty="0" err="1"/>
              <a:t>Aiming</a:t>
            </a:r>
            <a:r>
              <a:rPr lang="fr-FR" dirty="0"/>
              <a:t> For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1D177A5-7C99-D972-1D6D-0505E2F09FEA}"/>
              </a:ext>
            </a:extLst>
          </p:cNvPr>
          <p:cNvSpPr txBox="1">
            <a:spLocks/>
          </p:cNvSpPr>
          <p:nvPr/>
        </p:nvSpPr>
        <p:spPr>
          <a:xfrm>
            <a:off x="6414802" y="6080167"/>
            <a:ext cx="5486400" cy="48688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fr-FR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fr-FR">
                <a:solidFill>
                  <a:schemeClr val="tx2"/>
                </a:solidFill>
              </a:defRPr>
            </a:lvl2pPr>
            <a:lvl3pPr eaLnBrk="1" hangingPunct="1">
              <a:defRPr lang="fr-FR">
                <a:solidFill>
                  <a:schemeClr val="tx2"/>
                </a:solidFill>
              </a:defRPr>
            </a:lvl3pPr>
            <a:lvl4pPr eaLnBrk="1" hangingPunct="1">
              <a:defRPr lang="fr-FR">
                <a:solidFill>
                  <a:schemeClr val="tx2"/>
                </a:solidFill>
              </a:defRPr>
            </a:lvl4pPr>
            <a:lvl5pPr eaLnBrk="1" hangingPunct="1">
              <a:defRPr lang="fr-FR">
                <a:solidFill>
                  <a:schemeClr val="tx2"/>
                </a:solidFill>
              </a:defRPr>
            </a:lvl5pPr>
            <a:lvl6pPr eaLnBrk="1" hangingPunct="1">
              <a:defRPr lang="fr-FR">
                <a:solidFill>
                  <a:schemeClr val="tx2"/>
                </a:solidFill>
              </a:defRPr>
            </a:lvl6pPr>
            <a:lvl7pPr eaLnBrk="1" hangingPunct="1">
              <a:defRPr lang="fr-FR">
                <a:solidFill>
                  <a:schemeClr val="tx2"/>
                </a:solidFill>
              </a:defRPr>
            </a:lvl7pPr>
            <a:lvl8pPr eaLnBrk="1" hangingPunct="1">
              <a:defRPr lang="fr-FR">
                <a:solidFill>
                  <a:schemeClr val="tx2"/>
                </a:solidFill>
              </a:defRPr>
            </a:lvl8pPr>
            <a:lvl9pPr eaLnBrk="1" hangingPunct="1">
              <a:defRPr lang="fr-FR">
                <a:solidFill>
                  <a:schemeClr val="tx2"/>
                </a:solidFill>
              </a:defRPr>
            </a:lvl9pPr>
          </a:lstStyle>
          <a:p>
            <a:pPr algn="r"/>
            <a:r>
              <a:rPr lang="fr-FR" sz="1600" b="0" dirty="0" err="1">
                <a:latin typeface="+mn-lt"/>
              </a:rPr>
              <a:t>Present</a:t>
            </a:r>
            <a:r>
              <a:rPr lang="fr-FR" sz="1600" b="0" dirty="0">
                <a:latin typeface="+mn-lt"/>
              </a:rPr>
              <a:t> by Dave R. DIBAKALA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How does the web work?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30500" y="2281238"/>
            <a:ext cx="8737600" cy="4329112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0" indent="0" algn="just" rtl="0">
              <a:buNone/>
            </a:pPr>
            <a:r>
              <a:rPr lang="en-US" sz="3200" dirty="0"/>
              <a:t>The web works through a communication system between a client (your browser) and a server that hosts websites and applications. When you type in a URL, your browser sends an HTTP request to the server, which responds by sending back the necessary files (HTML, CSS, JavaScript). Your browser then interprets these files and displays them as a web page.</a:t>
            </a:r>
            <a:endParaRPr lang="fr-FR" sz="3200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61939-BEAF-B842-216B-1A95CC54C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E033D94-9AB8-BC9B-DDB8-DC4C4602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What do you need to be a web developer?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BB533F4-3CAF-DB2D-F675-18CC7E6E71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62250" y="2281237"/>
            <a:ext cx="8705850" cy="4473887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0" indent="0">
              <a:buNone/>
            </a:pPr>
            <a:r>
              <a:rPr lang="en-US" sz="3200" dirty="0"/>
              <a:t>To become a web developer, you must first master the three core languages: HTML, CSS, and JavaScript. Next, it’s important to familiarize yourself with tools like Git for version control, a code editor like VS Code, and browser-based development tools. Finally, you need strong problem-solving skills, the ability to find solutions on your own, and a willingness to keep learning, as technologies evolve very quickly.</a:t>
            </a:r>
            <a:endParaRPr lang="fr-FR" sz="3200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012B2D4-F257-710D-9606-20B99950B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5DEDB60-99F3-38FD-0D2D-812CCC987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3701A5F9-6DD7-96BB-1030-9E35FACC1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6306F11E-8444-D4EE-3A03-DF46EE2DC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404281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49CCA-54F9-1C97-C66D-31A2FC48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1B747E9-BE69-A57F-5AB1-C6D2848D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Why did you choose to learn web development?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2F813B5-88FF-ED96-533F-3606F051A1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62250" y="2281238"/>
            <a:ext cx="8705850" cy="4284662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0" indent="0">
              <a:buNone/>
            </a:pPr>
            <a:r>
              <a:rPr lang="en-US" sz="3200" dirty="0"/>
              <a:t>I chose to study web development because I want to create innovative applications that solve real problems in Africa. The web is a powerful and accessible tool that allows us to reach millions of people with just a browser and an internet connection. In addition, I would also like to share my knowledge with other young people on my continent so that, together, we can build digital solutions tailored to our realities.</a:t>
            </a:r>
            <a:endParaRPr lang="fr-FR" sz="3200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3FBB409-F972-6D57-A917-E750C941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EE318C9A-6AE4-0B17-7F71-457630EEE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E7E6996A-E2D3-7E7A-C8EF-5B873A303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618A394E-E68D-878A-BB32-CF91A285C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231712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Thank</a:t>
            </a:r>
            <a:r>
              <a:rPr lang="fr-FR" dirty="0"/>
              <a:t> You !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Dave R. DIBAKALA</a:t>
            </a:r>
          </a:p>
          <a:p>
            <a:pPr rtl="0"/>
            <a:r>
              <a:rPr lang="fr-FR" dirty="0"/>
              <a:t>stardavo@gmail.com</a:t>
            </a:r>
          </a:p>
          <a:p>
            <a:r>
              <a:rPr lang="fr-FR" dirty="0"/>
              <a:t>https://github.com/stardavo/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{609344EF-5C99-4457-B83A-5D1F3E361464}TFd3b75063-ff25-434d-b12c-efeaf07d16c3843f2ce2_win32-4817930b7c4d</Template>
  <TotalTime>138</TotalTime>
  <Words>286</Words>
  <Application>Microsoft Office PowerPoint</Application>
  <PresentationFormat>Grand écran</PresentationFormat>
  <Paragraphs>17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Franklin Gothic Book</vt:lpstr>
      <vt:lpstr>Franklin Gothic Demi</vt:lpstr>
      <vt:lpstr>Personnalisé</vt:lpstr>
      <vt:lpstr>What You're Aiming For</vt:lpstr>
      <vt:lpstr>How does the web work?</vt:lpstr>
      <vt:lpstr>What do you need to be a web developer?</vt:lpstr>
      <vt:lpstr>Why did you choose to learn web development?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Dibakala</dc:creator>
  <cp:lastModifiedBy>Dave Dibakala</cp:lastModifiedBy>
  <cp:revision>5</cp:revision>
  <dcterms:created xsi:type="dcterms:W3CDTF">2026-04-03T17:58:27Z</dcterms:created>
  <dcterms:modified xsi:type="dcterms:W3CDTF">2026-04-03T21:26:56Z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