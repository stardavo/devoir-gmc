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3"/>
  </p:notesMasterIdLst>
  <p:handoutMasterIdLst>
    <p:handoutMasterId r:id="rId14"/>
  </p:handoutMasterIdLst>
  <p:sldIdLst>
    <p:sldId id="410" r:id="rId5"/>
    <p:sldId id="383" r:id="rId6"/>
    <p:sldId id="391" r:id="rId7"/>
    <p:sldId id="411" r:id="rId8"/>
    <p:sldId id="412" r:id="rId9"/>
    <p:sldId id="413" r:id="rId10"/>
    <p:sldId id="414" r:id="rId11"/>
    <p:sldId id="398" r:id="rId12"/>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6747" autoAdjust="0"/>
  </p:normalViewPr>
  <p:slideViewPr>
    <p:cSldViewPr snapToGrid="0">
      <p:cViewPr>
        <p:scale>
          <a:sx n="100" d="100"/>
          <a:sy n="100" d="100"/>
        </p:scale>
        <p:origin x="348" y="2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7" d="100"/>
          <a:sy n="97" d="100"/>
        </p:scale>
        <p:origin x="361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E7829D4B-412A-499A-8D4F-B904ADB5D0BE}" type="datetime1">
              <a:rPr lang="fr-FR" smtClean="0"/>
              <a:t>03/04/2026</a:t>
            </a:fld>
            <a:endParaRPr lang="fr-FR" dirty="0"/>
          </a:p>
        </p:txBody>
      </p:sp>
      <p:sp>
        <p:nvSpPr>
          <p:cNvPr id="6" name="Espace réservé du numéro de diapositive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2C230DF-5933-439D-898F-38E9AC9BA688}" type="slidenum">
              <a:rPr lang="fr-FR" smtClean="0"/>
              <a:t>‹N°›</a:t>
            </a:fld>
            <a:endParaRPr lang="fr-FR" dirty="0"/>
          </a:p>
        </p:txBody>
      </p:sp>
      <p:sp>
        <p:nvSpPr>
          <p:cNvPr id="7" name="Espace réservé du pied de page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8" name="Espace réservé de l’en-tête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CCE360E1-1F2F-4ECC-8A8D-37670FD54F5F}" type="datetime1">
              <a:rPr lang="fr-FR" smtClean="0"/>
              <a:t>03/04/2026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A89C7E07-3C67-C64C-8DA0-0404F6303970}" type="slidenum">
              <a:rPr lang="fr-FR" smtClean="0"/>
              <a:t>‹N°›</a:t>
            </a:fld>
            <a:endParaRPr lang="fr-FR"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1</a:t>
            </a:fld>
            <a:endParaRPr lang="fr-FR"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2</a:t>
            </a:fld>
            <a:endParaRPr lang="fr-FR"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3</a:t>
            </a:fld>
            <a:endParaRPr lang="fr-FR"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77C06-F1EB-1234-A318-A56765A7B7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D32963-6ACD-B1F6-7CDF-9C2AE9CC72D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F8C913F6-A933-E701-9D8E-22D7B3730105}"/>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25AA89E-A01C-6AEA-B7F7-59B071250AE8}"/>
              </a:ext>
            </a:extLst>
          </p:cNvPr>
          <p:cNvSpPr>
            <a:spLocks noGrp="1"/>
          </p:cNvSpPr>
          <p:nvPr>
            <p:ph type="sldNum" sz="quarter" idx="5"/>
          </p:nvPr>
        </p:nvSpPr>
        <p:spPr/>
        <p:txBody>
          <a:bodyPr rtlCol="0"/>
          <a:lstStyle>
            <a:defPPr>
              <a:defRPr lang="fr-FR"/>
            </a:defPPr>
          </a:lstStyle>
          <a:p>
            <a:pPr rtl="0"/>
            <a:fld id="{A89C7E07-3C67-C64C-8DA0-0404F6303970}" type="slidenum">
              <a:rPr lang="fr-FR" smtClean="0"/>
              <a:t>4</a:t>
            </a:fld>
            <a:endParaRPr lang="fr-FR" dirty="0"/>
          </a:p>
        </p:txBody>
      </p:sp>
    </p:spTree>
    <p:extLst>
      <p:ext uri="{BB962C8B-B14F-4D97-AF65-F5344CB8AC3E}">
        <p14:creationId xmlns:p14="http://schemas.microsoft.com/office/powerpoint/2010/main" val="827192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CC89E-A0F3-42EB-C2B6-F98F0B7D9A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0770B98-7861-FF9A-F52F-B4627808C74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040D1CA-7EEC-C546-6CF3-40BEC092C768}"/>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CE313823-B736-9D30-489E-F72A0AB1B751}"/>
              </a:ext>
            </a:extLst>
          </p:cNvPr>
          <p:cNvSpPr>
            <a:spLocks noGrp="1"/>
          </p:cNvSpPr>
          <p:nvPr>
            <p:ph type="sldNum" sz="quarter" idx="5"/>
          </p:nvPr>
        </p:nvSpPr>
        <p:spPr/>
        <p:txBody>
          <a:bodyPr rtlCol="0"/>
          <a:lstStyle>
            <a:defPPr>
              <a:defRPr lang="fr-FR"/>
            </a:defPPr>
          </a:lstStyle>
          <a:p>
            <a:pPr rtl="0"/>
            <a:fld id="{A89C7E07-3C67-C64C-8DA0-0404F6303970}" type="slidenum">
              <a:rPr lang="fr-FR" smtClean="0"/>
              <a:t>5</a:t>
            </a:fld>
            <a:endParaRPr lang="fr-FR" dirty="0"/>
          </a:p>
        </p:txBody>
      </p:sp>
    </p:spTree>
    <p:extLst>
      <p:ext uri="{BB962C8B-B14F-4D97-AF65-F5344CB8AC3E}">
        <p14:creationId xmlns:p14="http://schemas.microsoft.com/office/powerpoint/2010/main" val="1929596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9572E-5DDE-D8E1-BA1B-0F215C6448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57B9BA-0A61-9D05-E891-EFC3E06E3787}"/>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DE04500F-760D-F99B-1590-DBA57D18C4C0}"/>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318903BE-800B-9F9C-0FBF-9FBC9EE18144}"/>
              </a:ext>
            </a:extLst>
          </p:cNvPr>
          <p:cNvSpPr>
            <a:spLocks noGrp="1"/>
          </p:cNvSpPr>
          <p:nvPr>
            <p:ph type="sldNum" sz="quarter" idx="5"/>
          </p:nvPr>
        </p:nvSpPr>
        <p:spPr/>
        <p:txBody>
          <a:bodyPr rtlCol="0"/>
          <a:lstStyle>
            <a:defPPr>
              <a:defRPr lang="fr-FR"/>
            </a:defPPr>
          </a:lstStyle>
          <a:p>
            <a:pPr rtl="0"/>
            <a:fld id="{A89C7E07-3C67-C64C-8DA0-0404F6303970}" type="slidenum">
              <a:rPr lang="fr-FR" smtClean="0"/>
              <a:t>6</a:t>
            </a:fld>
            <a:endParaRPr lang="fr-FR" dirty="0"/>
          </a:p>
        </p:txBody>
      </p:sp>
    </p:spTree>
    <p:extLst>
      <p:ext uri="{BB962C8B-B14F-4D97-AF65-F5344CB8AC3E}">
        <p14:creationId xmlns:p14="http://schemas.microsoft.com/office/powerpoint/2010/main" val="277664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4F9C-CA86-C231-B7F7-7916B209447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781AC3B-7ABA-F448-DCE1-10045A45BD0A}"/>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002B0936-1E57-D582-C6A8-19BF30F8CC9F}"/>
              </a:ext>
            </a:extLst>
          </p:cNvPr>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a:extLst>
              <a:ext uri="{FF2B5EF4-FFF2-40B4-BE49-F238E27FC236}">
                <a16:creationId xmlns:a16="http://schemas.microsoft.com/office/drawing/2014/main" id="{782ED299-FB97-E38F-2D70-3710671FFF06}"/>
              </a:ext>
            </a:extLst>
          </p:cNvPr>
          <p:cNvSpPr>
            <a:spLocks noGrp="1"/>
          </p:cNvSpPr>
          <p:nvPr>
            <p:ph type="sldNum" sz="quarter" idx="5"/>
          </p:nvPr>
        </p:nvSpPr>
        <p:spPr/>
        <p:txBody>
          <a:bodyPr rtlCol="0"/>
          <a:lstStyle>
            <a:defPPr>
              <a:defRPr lang="fr-FR"/>
            </a:defPPr>
          </a:lstStyle>
          <a:p>
            <a:pPr rtl="0"/>
            <a:fld id="{A89C7E07-3C67-C64C-8DA0-0404F6303970}" type="slidenum">
              <a:rPr lang="fr-FR" smtClean="0"/>
              <a:t>7</a:t>
            </a:fld>
            <a:endParaRPr lang="fr-FR" dirty="0"/>
          </a:p>
        </p:txBody>
      </p:sp>
    </p:spTree>
    <p:extLst>
      <p:ext uri="{BB962C8B-B14F-4D97-AF65-F5344CB8AC3E}">
        <p14:creationId xmlns:p14="http://schemas.microsoft.com/office/powerpoint/2010/main" val="2808652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A89C7E07-3C67-C64C-8DA0-0404F6303970}" type="slidenum">
              <a:rPr lang="fr-FR" smtClean="0"/>
              <a:t>8</a:t>
            </a:fld>
            <a:endParaRPr lang="fr-FR"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1">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grpSp>
        <p:nvGrpSpPr>
          <p:cNvPr id="9" name="Groupe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e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cxnSp>
        <p:nvCxnSpPr>
          <p:cNvPr id="13" name="Connecteur droit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re du jour 1">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Forme automatiqu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8" name="Forme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9" name="Forme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0" name="Forme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2" name="Titr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fr-FR" sz="4400" b="1" i="0" spc="50" baseline="0">
                <a:latin typeface="+mj-lt"/>
              </a:defRPr>
            </a:lvl1pPr>
          </a:lstStyle>
          <a:p>
            <a:pPr rtl="0"/>
            <a:r>
              <a:rPr lang="fr-FR"/>
              <a:t>Cliquez pour ajouter un titre </a:t>
            </a:r>
          </a:p>
        </p:txBody>
      </p:sp>
      <p:sp>
        <p:nvSpPr>
          <p:cNvPr id="2" name="Espace réservé du contenu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fr-FR" sz="2400" b="1" i="0" kern="1200" dirty="0">
                <a:solidFill>
                  <a:schemeClr val="tx2">
                    <a:lumMod val="75000"/>
                  </a:schemeClr>
                </a:solidFill>
                <a:latin typeface="+mn-lt"/>
                <a:ea typeface="+mn-ea"/>
                <a:cs typeface="+mn-cs"/>
              </a:defRPr>
            </a:lvl1pPr>
            <a:lvl2pPr indent="-283464">
              <a:spcBef>
                <a:spcPts val="600"/>
              </a:spcBef>
              <a:defRPr lang="fr-FR" sz="2000"/>
            </a:lvl2pPr>
            <a:lvl3pPr indent="-283464">
              <a:spcBef>
                <a:spcPts val="1800"/>
              </a:spcBef>
              <a:defRPr lang="fr-FR" sz="2000"/>
            </a:lvl3pPr>
            <a:lvl4pPr indent="-283464">
              <a:spcBef>
                <a:spcPts val="1800"/>
              </a:spcBef>
              <a:defRPr lang="fr-FR" sz="2000"/>
            </a:lvl4pPr>
            <a:lvl5pPr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3" name="Espace réservé du numéro de diapositive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42" name="Espace réservé de la date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fr-FR"/>
            </a:defPPr>
          </a:lstStyle>
          <a:p>
            <a:pPr rtl="0"/>
            <a:endParaRPr lang="fr-FR" dirty="0">
              <a:latin typeface="+mn-lt"/>
            </a:endParaRPr>
          </a:p>
        </p:txBody>
      </p:sp>
      <p:cxnSp>
        <p:nvCxnSpPr>
          <p:cNvPr id="4" name="Connecteur droit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la section">
    <p:bg>
      <p:bgPr>
        <a:solidFill>
          <a:schemeClr val="accent3"/>
        </a:solidFill>
        <a:effectLst/>
      </p:bgPr>
    </p:bg>
    <p:spTree>
      <p:nvGrpSpPr>
        <p:cNvPr id="1" name=""/>
        <p:cNvGrpSpPr/>
        <p:nvPr/>
      </p:nvGrpSpPr>
      <p:grpSpPr>
        <a:xfrm>
          <a:off x="0" y="0"/>
          <a:ext cx="0" cy="0"/>
          <a:chOff x="0" y="0"/>
          <a:chExt cx="0" cy="0"/>
        </a:xfrm>
      </p:grpSpPr>
      <p:sp>
        <p:nvSpPr>
          <p:cNvPr id="4" name="Espace réservé d’image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fr-FR" sz="2000">
                <a:solidFill>
                  <a:schemeClr val="tx1"/>
                </a:solidFill>
              </a:defRPr>
            </a:lvl1pPr>
          </a:lstStyle>
          <a:p>
            <a:pPr rtl="0"/>
            <a:r>
              <a:rPr lang="fr-FR"/>
              <a:t>Cliquez sur l'icône pour ajouter une image</a:t>
            </a:r>
          </a:p>
        </p:txBody>
      </p:sp>
      <p:sp>
        <p:nvSpPr>
          <p:cNvPr id="18" name="Titr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fr-FR" sz="6000" b="1" i="0" baseline="0">
                <a:solidFill>
                  <a:schemeClr val="tx1"/>
                </a:solidFill>
                <a:latin typeface="+mj-lt"/>
              </a:defRPr>
            </a:lvl1pPr>
          </a:lstStyle>
          <a:p>
            <a:pPr rtl="0"/>
            <a:r>
              <a:rPr lang="fr-FR"/>
              <a:t>Cliquez pour ajouter un titre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2">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sp>
        <p:nvSpPr>
          <p:cNvPr id="6" name="Espace réservé d’image 5">
            <a:extLst>
              <a:ext uri="{FF2B5EF4-FFF2-40B4-BE49-F238E27FC236}">
                <a16:creationId xmlns:a16="http://schemas.microsoft.com/office/drawing/2014/main" id="{A9973BC6-F6E5-0B3B-C8AB-0AC4020D4E8B}"/>
              </a:ext>
            </a:extLst>
          </p:cNvPr>
          <p:cNvSpPr>
            <a:spLocks noGrp="1"/>
          </p:cNvSpPr>
          <p:nvPr>
            <p:ph type="pic" sz="quarter" idx="12" hasCustomPrompt="1"/>
          </p:nvPr>
        </p:nvSpPr>
        <p:spPr>
          <a:xfrm>
            <a:off x="0" y="-11113"/>
            <a:ext cx="5791200" cy="6880226"/>
          </a:xfrm>
        </p:spPr>
        <p:txBody>
          <a:bodyPr rtlCol="0">
            <a:normAutofit/>
          </a:bodyPr>
          <a:lstStyle>
            <a:lvl1pPr marL="0" indent="0" algn="ctr">
              <a:buNone/>
              <a:defRPr lang="fr-FR" sz="2000"/>
            </a:lvl1pPr>
          </a:lstStyle>
          <a:p>
            <a:pPr rtl="0"/>
            <a:r>
              <a:rPr lang="fr-FR" dirty="0"/>
              <a:t>Cliquez sur l’icône pour ajouter une image</a:t>
            </a:r>
          </a:p>
        </p:txBody>
      </p:sp>
      <p:sp>
        <p:nvSpPr>
          <p:cNvPr id="18" name="Espace réservé du texte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fr-FR" sz="2400" b="1" i="0">
                <a:solidFill>
                  <a:schemeClr val="tx2">
                    <a:lumMod val="75000"/>
                  </a:schemeClr>
                </a:solidFill>
                <a:latin typeface="+mn-lt"/>
              </a:defRPr>
            </a:lvl1pPr>
            <a:lvl2pPr>
              <a:defRPr lang="fr-FR" sz="4000"/>
            </a:lvl2pPr>
            <a:lvl3pPr>
              <a:defRPr lang="fr-FR" sz="4000"/>
            </a:lvl3pPr>
            <a:lvl4pPr>
              <a:defRPr lang="fr-FR" sz="4000"/>
            </a:lvl4pPr>
            <a:lvl5pPr>
              <a:defRPr lang="fr-FR" sz="4000"/>
            </a:lvl5pPr>
          </a:lstStyle>
          <a:p>
            <a:pPr lvl="0" rtl="0"/>
            <a:r>
              <a:rPr lang="fr-FR"/>
              <a:t>Cliquer pour ajouter du texte</a:t>
            </a:r>
          </a:p>
        </p:txBody>
      </p:sp>
      <p:cxnSp>
        <p:nvCxnSpPr>
          <p:cNvPr id="7" name="Connecteur droit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ésumé 2">
    <p:bg>
      <p:bgPr>
        <a:solidFill>
          <a:schemeClr val="tx1"/>
        </a:solidFill>
        <a:effectLst/>
      </p:bgPr>
    </p:bg>
    <p:spTree>
      <p:nvGrpSpPr>
        <p:cNvPr id="1" name=""/>
        <p:cNvGrpSpPr/>
        <p:nvPr/>
      </p:nvGrpSpPr>
      <p:grpSpPr>
        <a:xfrm>
          <a:off x="0" y="0"/>
          <a:ext cx="0" cy="0"/>
          <a:chOff x="0" y="0"/>
          <a:chExt cx="0" cy="0"/>
        </a:xfrm>
      </p:grpSpPr>
      <p:cxnSp>
        <p:nvCxnSpPr>
          <p:cNvPr id="9" name="Connecteur droit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e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orme libre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32" name="Titr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fr-FR" sz="4400" b="1" i="0">
                <a:latin typeface="+mj-lt"/>
              </a:defRPr>
            </a:lvl1pPr>
          </a:lstStyle>
          <a:p>
            <a:pPr rtl="0"/>
            <a:r>
              <a:rPr lang="fr-FR"/>
              <a:t>Cliquez pour ajouter un titre </a:t>
            </a:r>
          </a:p>
        </p:txBody>
      </p:sp>
      <p:sp>
        <p:nvSpPr>
          <p:cNvPr id="2" name="Espace réservé du contenu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fr-FR" sz="2000"/>
            </a:lvl1pPr>
            <a:lvl2pPr indent="-283464">
              <a:spcBef>
                <a:spcPts val="1800"/>
              </a:spcBef>
              <a:defRPr lang="fr-FR" sz="2000"/>
            </a:lvl2pPr>
            <a:lvl3pPr indent="-283464">
              <a:spcBef>
                <a:spcPts val="1800"/>
              </a:spcBef>
              <a:defRPr lang="fr-FR" sz="2000"/>
            </a:lvl3pPr>
            <a:lvl4pPr indent="-283464">
              <a:spcBef>
                <a:spcPts val="1800"/>
              </a:spcBef>
              <a:defRPr lang="fr-FR" sz="2000"/>
            </a:lvl4pPr>
            <a:lvl5pPr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u numéro de diapositive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5" name="Espace réservé de la date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grpSp>
        <p:nvGrpSpPr>
          <p:cNvPr id="9" name="Groupe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orme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cxnSp>
        <p:nvCxnSpPr>
          <p:cNvPr id="13" name="Connecteur droit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Espace réservé du texte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fr-FR" sz="2400" b="1" i="0">
                <a:solidFill>
                  <a:schemeClr val="tx2">
                    <a:lumMod val="75000"/>
                  </a:schemeClr>
                </a:solidFill>
                <a:latin typeface="+mn-lt"/>
              </a:defRPr>
            </a:lvl1pPr>
            <a:lvl2pPr>
              <a:defRPr lang="fr-FR" sz="4000"/>
            </a:lvl2pPr>
            <a:lvl3pPr>
              <a:defRPr lang="fr-FR" sz="4000"/>
            </a:lvl3pPr>
            <a:lvl4pPr>
              <a:defRPr lang="fr-FR" sz="4000"/>
            </a:lvl4pPr>
            <a:lvl5pPr>
              <a:defRPr lang="fr-FR" sz="4000"/>
            </a:lvl5pPr>
          </a:lstStyle>
          <a:p>
            <a:pPr lvl="0" rtl="0"/>
            <a:r>
              <a:rPr lang="fr-FR"/>
              <a:t>Cliquer pour ajouter du texte</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deux contenus 2">
    <p:bg>
      <p:bgPr>
        <a:solidFill>
          <a:schemeClr val="tx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e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4" name="Forme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sp>
        <p:nvSpPr>
          <p:cNvPr id="2" name="Espace réservé du contenu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fr-FR" sz="2000"/>
            </a:lvl1pPr>
            <a:lvl2pPr marL="283464" indent="-283464">
              <a:spcBef>
                <a:spcPts val="1800"/>
              </a:spcBef>
              <a:defRPr lang="fr-FR" sz="2000"/>
            </a:lvl2pPr>
            <a:lvl3pPr marL="594360" indent="-283464">
              <a:spcBef>
                <a:spcPts val="1800"/>
              </a:spcBef>
              <a:defRPr lang="fr-FR" sz="2000"/>
            </a:lvl3pPr>
            <a:lvl4pPr marL="822960" indent="-283464">
              <a:spcBef>
                <a:spcPts val="1800"/>
              </a:spcBef>
              <a:defRPr lang="fr-FR" sz="2000"/>
            </a:lvl4pPr>
            <a:lvl5pPr marL="1005840"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 name="Espace réservé du contenu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fr-FR" sz="2000"/>
            </a:lvl1pPr>
            <a:lvl2pPr marL="283464" indent="-283464">
              <a:spcBef>
                <a:spcPts val="1800"/>
              </a:spcBef>
              <a:defRPr lang="fr-FR" sz="2000"/>
            </a:lvl2pPr>
            <a:lvl3pPr marL="548640" indent="-283464">
              <a:spcBef>
                <a:spcPts val="1800"/>
              </a:spcBef>
              <a:defRPr lang="fr-FR" sz="2000"/>
            </a:lvl3pPr>
            <a:lvl4pPr marL="822960" indent="-283464">
              <a:spcBef>
                <a:spcPts val="1800"/>
              </a:spcBef>
              <a:defRPr lang="fr-FR" sz="2000"/>
            </a:lvl4pPr>
            <a:lvl5pPr marL="1005840"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contenu ">
    <p:bg>
      <p:bgPr>
        <a:solidFill>
          <a:schemeClr val="tx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Forme automatiqu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4" name="Forme libre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8" name="Forme libre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fr-FR"/>
              </a:defPPr>
            </a:lstStyle>
            <a:p>
              <a:pPr rtl="0"/>
              <a:endParaRPr lang="fr-FR" dirty="0"/>
            </a:p>
          </p:txBody>
        </p:sp>
        <p:sp>
          <p:nvSpPr>
            <p:cNvPr id="19" name="Forme libre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Espace réservé du contenu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fr-FR" sz="2000"/>
            </a:lvl1pPr>
            <a:lvl2pPr marL="914400" indent="-457200">
              <a:spcBef>
                <a:spcPts val="1800"/>
              </a:spcBef>
              <a:buFont typeface="+mj-lt"/>
              <a:buAutoNum type="alphaLcPeriod"/>
              <a:defRPr lang="fr-FR" sz="2000"/>
            </a:lvl2pPr>
            <a:lvl3pPr marL="1371600" indent="-457200">
              <a:spcBef>
                <a:spcPts val="1800"/>
              </a:spcBef>
              <a:buFont typeface="+mj-lt"/>
              <a:buAutoNum type="arabicParenR"/>
              <a:defRPr lang="fr-FR" sz="2000"/>
            </a:lvl3pPr>
            <a:lvl4pPr marL="1371600" indent="0">
              <a:spcBef>
                <a:spcPts val="1800"/>
              </a:spcBef>
              <a:buFont typeface="+mj-lt"/>
              <a:buNone/>
              <a:defRPr lang="fr-FR" sz="2000"/>
            </a:lvl4pPr>
            <a:lvl5pPr marL="2286000" indent="-457200">
              <a:spcBef>
                <a:spcPts val="1800"/>
              </a:spcBef>
              <a:buFont typeface="+mj-lt"/>
              <a:buAutoNum type="arabicPeriod"/>
              <a:defRPr lang="fr-FR" sz="2000"/>
            </a:lvl5pPr>
          </a:lstStyle>
          <a:p>
            <a:pPr lvl="0" rtl="0"/>
            <a:r>
              <a:rPr lang="fr-FR"/>
              <a:t>Cliquer pour ajouter du contenu</a:t>
            </a:r>
          </a:p>
          <a:p>
            <a:pPr lvl="1" rtl="0"/>
            <a:r>
              <a:rPr lang="fr-FR"/>
              <a:t>Deuxième niveau</a:t>
            </a:r>
          </a:p>
          <a:p>
            <a:pPr lvl="2" rtl="0"/>
            <a:r>
              <a:rPr lang="fr-FR"/>
              <a:t>Troisième niveau</a:t>
            </a:r>
          </a:p>
          <a:p>
            <a:pPr lvl="3" rtl="0"/>
            <a:endParaRPr lang="fr-FR" dirty="0"/>
          </a:p>
        </p:txBody>
      </p:sp>
      <p:sp>
        <p:nvSpPr>
          <p:cNvPr id="2" name="Espace réservé du contenu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fr-FR" sz="2000"/>
            </a:lvl1pPr>
            <a:lvl2pPr marL="283464" indent="-283464">
              <a:spcBef>
                <a:spcPts val="1800"/>
              </a:spcBef>
              <a:defRPr lang="fr-FR" sz="2000"/>
            </a:lvl2pPr>
            <a:lvl3pPr marL="548640" indent="-283464">
              <a:spcBef>
                <a:spcPts val="1800"/>
              </a:spcBef>
              <a:defRPr lang="fr-FR" sz="2000"/>
            </a:lvl3pPr>
            <a:lvl4pPr marL="822960" indent="-283464">
              <a:spcBef>
                <a:spcPts val="1800"/>
              </a:spcBef>
              <a:defRPr lang="fr-FR" sz="2000"/>
            </a:lvl4pPr>
            <a:lvl5pPr marL="1005840"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p:bg>
      <p:bgPr>
        <a:solidFill>
          <a:schemeClr val="tx1"/>
        </a:solidFill>
        <a:effectLst/>
      </p:bgPr>
    </p:bg>
    <p:spTree>
      <p:nvGrpSpPr>
        <p:cNvPr id="1" name=""/>
        <p:cNvGrpSpPr/>
        <p:nvPr/>
      </p:nvGrpSpPr>
      <p:grpSpPr>
        <a:xfrm>
          <a:off x="0" y="0"/>
          <a:ext cx="0" cy="0"/>
          <a:chOff x="0" y="0"/>
          <a:chExt cx="0" cy="0"/>
        </a:xfrm>
      </p:grpSpPr>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sp>
        <p:nvSpPr>
          <p:cNvPr id="3" name="Espace réservé du contenu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fr-FR" sz="2000"/>
            </a:lvl1pPr>
            <a:lvl2pPr indent="-283464">
              <a:spcBef>
                <a:spcPts val="1800"/>
              </a:spcBef>
              <a:defRPr lang="fr-FR" sz="2000"/>
            </a:lvl2pPr>
            <a:lvl3pPr indent="-283464">
              <a:spcBef>
                <a:spcPts val="1800"/>
              </a:spcBef>
              <a:defRPr lang="fr-FR" sz="2000"/>
            </a:lvl3pPr>
            <a:lvl4pPr indent="-283464">
              <a:spcBef>
                <a:spcPts val="1800"/>
              </a:spcBef>
              <a:defRPr lang="fr-FR" sz="2000"/>
            </a:lvl4pPr>
            <a:lvl5pPr indent="-283464">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Espace réservé d’image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fr-FR" sz="2000">
                <a:solidFill>
                  <a:schemeClr val="bg1"/>
                </a:solidFill>
              </a:defRPr>
            </a:lvl1pPr>
          </a:lstStyle>
          <a:p>
            <a:pPr rtl="0"/>
            <a:r>
              <a:rPr lang="fr-FR"/>
              <a:t>Cliquez sur l'icône pour ajouter une image</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contenu et tableau">
    <p:bg>
      <p:bgPr>
        <a:solidFill>
          <a:schemeClr val="tx1"/>
        </a:solidFill>
        <a:effectLst/>
      </p:bgPr>
    </p:bg>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orme libre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5" name="Forme libre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7" name="Forme libre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Espace réservé du contenu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fr-FR" sz="2000"/>
            </a:lvl1pPr>
            <a:lvl2pPr marL="457200" indent="0">
              <a:spcBef>
                <a:spcPts val="1800"/>
              </a:spcBef>
              <a:buNone/>
              <a:defRPr lang="fr-FR" sz="2000"/>
            </a:lvl2pPr>
            <a:lvl3pPr marL="914400" indent="0">
              <a:spcBef>
                <a:spcPts val="1800"/>
              </a:spcBef>
              <a:buNone/>
              <a:defRPr lang="fr-FR" sz="2000"/>
            </a:lvl3pPr>
            <a:lvl4pPr marL="1371600" indent="0">
              <a:spcBef>
                <a:spcPts val="1800"/>
              </a:spcBef>
              <a:buNone/>
              <a:defRPr lang="fr-FR" sz="2000"/>
            </a:lvl4pPr>
            <a:lvl5pPr marL="1828800" indent="0">
              <a:spcBef>
                <a:spcPts val="1800"/>
              </a:spcBef>
              <a:buNone/>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contenu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fr-FR" sz="2000"/>
            </a:lvl1pPr>
            <a:lvl2pPr>
              <a:spcBef>
                <a:spcPts val="600"/>
              </a:spcBef>
              <a:defRPr lang="fr-FR" sz="2000"/>
            </a:lvl2pPr>
            <a:lvl3pPr>
              <a:spcBef>
                <a:spcPts val="1800"/>
              </a:spcBef>
              <a:defRPr lang="fr-FR" sz="2000"/>
            </a:lvl3pPr>
            <a:lvl4pPr>
              <a:spcBef>
                <a:spcPts val="1800"/>
              </a:spcBef>
              <a:defRPr lang="fr-FR" sz="2000"/>
            </a:lvl4pPr>
            <a:lvl5pPr>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deux contenus">
    <p:bg>
      <p:bgPr>
        <a:solidFill>
          <a:schemeClr val="tx1"/>
        </a:solid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orme libre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3" name="Forme libre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4" name="Forme libre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Espace réservé du contenu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fr-FR" sz="2000"/>
            </a:lvl1pPr>
            <a:lvl2pPr>
              <a:spcBef>
                <a:spcPts val="600"/>
              </a:spcBef>
              <a:defRPr lang="fr-FR" sz="2000"/>
            </a:lvl2pPr>
            <a:lvl3pPr>
              <a:spcBef>
                <a:spcPts val="1800"/>
              </a:spcBef>
              <a:defRPr lang="fr-FR" sz="2000"/>
            </a:lvl3pPr>
            <a:lvl4pPr>
              <a:spcBef>
                <a:spcPts val="1800"/>
              </a:spcBef>
              <a:defRPr lang="fr-FR" sz="2000"/>
            </a:lvl4pPr>
            <a:lvl5pPr>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7" name="Espace réservé du contenu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fr-FR" sz="2000"/>
            </a:lvl1pPr>
            <a:lvl2pPr>
              <a:spcBef>
                <a:spcPts val="1800"/>
              </a:spcBef>
              <a:defRPr lang="fr-FR" sz="2000"/>
            </a:lvl2pPr>
            <a:lvl3pPr>
              <a:spcBef>
                <a:spcPts val="1800"/>
              </a:spcBef>
              <a:defRPr lang="fr-FR" sz="2000"/>
            </a:lvl3pPr>
            <a:lvl4pPr>
              <a:spcBef>
                <a:spcPts val="1800"/>
              </a:spcBef>
              <a:defRPr lang="fr-FR" sz="2000"/>
            </a:lvl4pPr>
            <a:lvl5pPr>
              <a:spcBef>
                <a:spcPts val="1800"/>
              </a:spcBef>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au 2">
    <p:bg>
      <p:bgPr>
        <a:solidFill>
          <a:schemeClr val="tx1"/>
        </a:solidFill>
        <a:effectLst/>
      </p:bgPr>
    </p:bg>
    <p:spTree>
      <p:nvGrpSpPr>
        <p:cNvPr id="1" name=""/>
        <p:cNvGrpSpPr/>
        <p:nvPr/>
      </p:nvGrpSpPr>
      <p:grpSpPr>
        <a:xfrm>
          <a:off x="0" y="0"/>
          <a:ext cx="0" cy="0"/>
          <a:chOff x="0" y="0"/>
          <a:chExt cx="0" cy="0"/>
        </a:xfrm>
      </p:grpSpPr>
      <p:sp>
        <p:nvSpPr>
          <p:cNvPr id="16" name="Titr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fr-FR" sz="4400" b="1" i="0">
                <a:solidFill>
                  <a:schemeClr val="bg1"/>
                </a:solidFill>
                <a:latin typeface="+mj-lt"/>
              </a:defRPr>
            </a:lvl1pPr>
          </a:lstStyle>
          <a:p>
            <a:pPr rtl="0"/>
            <a:r>
              <a:rPr lang="fr-FR"/>
              <a:t>Cliquez pour ajouter un titre </a:t>
            </a:r>
          </a:p>
        </p:txBody>
      </p:sp>
      <p:sp>
        <p:nvSpPr>
          <p:cNvPr id="9" name="Espace réservé du tableau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fr-FR"/>
            </a:lvl1pPr>
          </a:lstStyle>
          <a:p>
            <a:pPr rtl="0"/>
            <a:r>
              <a:rPr lang="fr-FR"/>
              <a:t>Cliquez sur l'icône pour ajouter un tableau</a:t>
            </a:r>
          </a:p>
        </p:txBody>
      </p:sp>
      <p:sp>
        <p:nvSpPr>
          <p:cNvPr id="10" name="Espace réservé du numéro de diapositive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fr-FR"/>
            </a:defPPr>
          </a:lstStyle>
          <a:p>
            <a:pPr rtl="0"/>
            <a:fld id="{294A09A9-5501-47C1-A89A-A340965A2BE2}" type="slidenum">
              <a:rPr lang="fr-FR" smtClean="0"/>
              <a:pPr/>
              <a:t>‹N°›</a:t>
            </a:fld>
            <a:endParaRPr lang="fr-FR" dirty="0">
              <a:latin typeface="+mn-lt"/>
            </a:endParaRPr>
          </a:p>
        </p:txBody>
      </p:sp>
      <p:sp>
        <p:nvSpPr>
          <p:cNvPr id="8" name="Espace réservé de la date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fr-FR"/>
            </a:defPPr>
          </a:lstStyle>
          <a:p>
            <a:pPr rtl="0"/>
            <a:endParaRPr lang="fr-FR" dirty="0">
              <a:latin typeface="+mn-lt"/>
            </a:endParaRPr>
          </a:p>
        </p:txBody>
      </p:sp>
      <p:cxnSp>
        <p:nvCxnSpPr>
          <p:cNvPr id="4" name="Connecteur droit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3">
    <p:bg>
      <p:bgPr>
        <a:solidFill>
          <a:schemeClr val="tx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fr-FR" sz="6000" b="1" i="0" spc="100" baseline="0">
                <a:solidFill>
                  <a:schemeClr val="bg1"/>
                </a:solidFill>
                <a:latin typeface="+mj-lt"/>
              </a:defRPr>
            </a:lvl1pPr>
          </a:lstStyle>
          <a:p>
            <a:pPr rtl="0"/>
            <a:r>
              <a:rPr lang="fr-FR"/>
              <a:t>Cliquez pour ajouter un titre </a:t>
            </a:r>
          </a:p>
        </p:txBody>
      </p:sp>
      <p:grpSp>
        <p:nvGrpSpPr>
          <p:cNvPr id="9" name="Groupe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orme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1" name="Forme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12" name="Forme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
        <p:nvSpPr>
          <p:cNvPr id="18" name="Espace réservé du texte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fr-FR" sz="2400" b="1" i="0">
                <a:solidFill>
                  <a:schemeClr val="tx2">
                    <a:lumMod val="75000"/>
                  </a:schemeClr>
                </a:solidFill>
                <a:latin typeface="+mn-lt"/>
              </a:defRPr>
            </a:lvl1pPr>
            <a:lvl2pPr>
              <a:defRPr lang="fr-FR" sz="4000"/>
            </a:lvl2pPr>
            <a:lvl3pPr>
              <a:defRPr lang="fr-FR" sz="4000"/>
            </a:lvl3pPr>
            <a:lvl4pPr>
              <a:defRPr lang="fr-FR" sz="4000"/>
            </a:lvl4pPr>
            <a:lvl5pPr>
              <a:defRPr lang="fr-FR" sz="4000"/>
            </a:lvl5pPr>
          </a:lstStyle>
          <a:p>
            <a:pPr lvl="0" rtl="0"/>
            <a:r>
              <a:rPr lang="fr-FR"/>
              <a:t>Cliquer pour ajouter du texte</a:t>
            </a:r>
          </a:p>
        </p:txBody>
      </p:sp>
      <p:cxnSp>
        <p:nvCxnSpPr>
          <p:cNvPr id="4" name="Connecteur droit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titre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fr-FR"/>
            </a:defPPr>
          </a:lstStyle>
          <a:p>
            <a:pPr rtl="0"/>
            <a:r>
              <a:rPr lang="fr-FR"/>
              <a:t>Modifiez le style du titre</a:t>
            </a:r>
          </a:p>
        </p:txBody>
      </p:sp>
      <p:sp>
        <p:nvSpPr>
          <p:cNvPr id="30" name="Espace réservé de la date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fr-FR" sz="1100" b="0" i="0">
                <a:solidFill>
                  <a:schemeClr val="bg1"/>
                </a:solidFill>
                <a:latin typeface="+mn-lt"/>
              </a:defRPr>
            </a:lvl1pPr>
          </a:lstStyle>
          <a:p>
            <a:pPr rtl="0"/>
            <a:endParaRPr lang="fr-FR" dirty="0">
              <a:latin typeface="+mn-lt"/>
            </a:endParaRPr>
          </a:p>
        </p:txBody>
      </p:sp>
      <p:sp>
        <p:nvSpPr>
          <p:cNvPr id="32" name="Espace réservé du numéro de diapositive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fr-FR" sz="1100" b="1" i="0">
                <a:solidFill>
                  <a:schemeClr val="bg1"/>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fr-FR" sz="4400" b="1" i="0" kern="1200" spc="100" baseline="0">
          <a:solidFill>
            <a:schemeClr val="bg1"/>
          </a:solidFill>
          <a:latin typeface="+mj-lt"/>
          <a:ea typeface="+mj-ea"/>
          <a:cs typeface="+mj-cs"/>
        </a:defRPr>
      </a:lvl1pPr>
      <a:lvl2pPr eaLnBrk="1" hangingPunct="1">
        <a:defRPr lang="fr-FR">
          <a:solidFill>
            <a:schemeClr val="tx2"/>
          </a:solidFill>
        </a:defRPr>
      </a:lvl2pPr>
      <a:lvl3pPr eaLnBrk="1" hangingPunct="1">
        <a:defRPr lang="fr-FR">
          <a:solidFill>
            <a:schemeClr val="tx2"/>
          </a:solidFill>
        </a:defRPr>
      </a:lvl3pPr>
      <a:lvl4pPr eaLnBrk="1" hangingPunct="1">
        <a:defRPr lang="fr-FR">
          <a:solidFill>
            <a:schemeClr val="tx2"/>
          </a:solidFill>
        </a:defRPr>
      </a:lvl4pPr>
      <a:lvl5pPr eaLnBrk="1" hangingPunct="1">
        <a:defRPr lang="fr-FR">
          <a:solidFill>
            <a:schemeClr val="tx2"/>
          </a:solidFill>
        </a:defRPr>
      </a:lvl5pPr>
      <a:lvl6pPr eaLnBrk="1" hangingPunct="1">
        <a:defRPr lang="fr-FR">
          <a:solidFill>
            <a:schemeClr val="tx2"/>
          </a:solidFill>
        </a:defRPr>
      </a:lvl6pPr>
      <a:lvl7pPr eaLnBrk="1" hangingPunct="1">
        <a:defRPr lang="fr-FR">
          <a:solidFill>
            <a:schemeClr val="tx2"/>
          </a:solidFill>
        </a:defRPr>
      </a:lvl7pPr>
      <a:lvl8pPr eaLnBrk="1" hangingPunct="1">
        <a:defRPr lang="fr-FR">
          <a:solidFill>
            <a:schemeClr val="tx2"/>
          </a:solidFill>
        </a:defRPr>
      </a:lvl8pPr>
      <a:lvl9pPr eaLnBrk="1" hangingPunct="1">
        <a:defRPr lang="fr-F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fr-F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fr-F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fr-F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fr-F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fr-F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rtlCol="0"/>
          <a:lstStyle>
            <a:defPPr>
              <a:defRPr lang="fr-FR"/>
            </a:defPPr>
          </a:lstStyle>
          <a:p>
            <a:r>
              <a:rPr lang="fr-FR" dirty="0" err="1"/>
              <a:t>What</a:t>
            </a:r>
            <a:r>
              <a:rPr lang="fr-FR" dirty="0"/>
              <a:t> </a:t>
            </a:r>
            <a:r>
              <a:rPr lang="fr-FR" dirty="0" err="1"/>
              <a:t>You're</a:t>
            </a:r>
            <a:r>
              <a:rPr lang="fr-FR" dirty="0"/>
              <a:t> </a:t>
            </a:r>
            <a:r>
              <a:rPr lang="fr-FR" dirty="0" err="1"/>
              <a:t>Aiming</a:t>
            </a:r>
            <a:r>
              <a:rPr lang="fr-FR" dirty="0"/>
              <a:t> For</a:t>
            </a:r>
          </a:p>
        </p:txBody>
      </p:sp>
      <p:sp>
        <p:nvSpPr>
          <p:cNvPr id="3" name="Titre 1">
            <a:extLst>
              <a:ext uri="{FF2B5EF4-FFF2-40B4-BE49-F238E27FC236}">
                <a16:creationId xmlns:a16="http://schemas.microsoft.com/office/drawing/2014/main" id="{F1D177A5-7C99-D972-1D6D-0505E2F09FEA}"/>
              </a:ext>
            </a:extLst>
          </p:cNvPr>
          <p:cNvSpPr txBox="1">
            <a:spLocks/>
          </p:cNvSpPr>
          <p:nvPr/>
        </p:nvSpPr>
        <p:spPr>
          <a:xfrm>
            <a:off x="6414802" y="6080167"/>
            <a:ext cx="5486400" cy="486888"/>
          </a:xfrm>
          <a:prstGeom prst="rect">
            <a:avLst/>
          </a:prstGeom>
        </p:spPr>
        <p:txBody>
          <a:bodyPr vert="horz" lIns="0" tIns="0" rIns="0" bIns="0" rtlCol="0" anchor="b">
            <a:noAutofit/>
          </a:bodyPr>
          <a:lstStyle>
            <a:defPPr>
              <a:defRPr lang="fr-FR"/>
            </a:defPPr>
            <a:lvl1pPr algn="l" defTabSz="914400" rtl="0" eaLnBrk="1" latinLnBrk="0" hangingPunct="1">
              <a:lnSpc>
                <a:spcPct val="80000"/>
              </a:lnSpc>
              <a:spcBef>
                <a:spcPct val="0"/>
              </a:spcBef>
              <a:buNone/>
              <a:defRPr lang="fr-FR" sz="6000" b="1" i="0" kern="1200" spc="100" baseline="0">
                <a:solidFill>
                  <a:schemeClr val="bg1"/>
                </a:solidFill>
                <a:latin typeface="+mj-lt"/>
                <a:ea typeface="+mj-ea"/>
                <a:cs typeface="+mj-cs"/>
              </a:defRPr>
            </a:lvl1pPr>
            <a:lvl2pPr eaLnBrk="1" hangingPunct="1">
              <a:defRPr lang="fr-FR">
                <a:solidFill>
                  <a:schemeClr val="tx2"/>
                </a:solidFill>
              </a:defRPr>
            </a:lvl2pPr>
            <a:lvl3pPr eaLnBrk="1" hangingPunct="1">
              <a:defRPr lang="fr-FR">
                <a:solidFill>
                  <a:schemeClr val="tx2"/>
                </a:solidFill>
              </a:defRPr>
            </a:lvl3pPr>
            <a:lvl4pPr eaLnBrk="1" hangingPunct="1">
              <a:defRPr lang="fr-FR">
                <a:solidFill>
                  <a:schemeClr val="tx2"/>
                </a:solidFill>
              </a:defRPr>
            </a:lvl4pPr>
            <a:lvl5pPr eaLnBrk="1" hangingPunct="1">
              <a:defRPr lang="fr-FR">
                <a:solidFill>
                  <a:schemeClr val="tx2"/>
                </a:solidFill>
              </a:defRPr>
            </a:lvl5pPr>
            <a:lvl6pPr eaLnBrk="1" hangingPunct="1">
              <a:defRPr lang="fr-FR">
                <a:solidFill>
                  <a:schemeClr val="tx2"/>
                </a:solidFill>
              </a:defRPr>
            </a:lvl6pPr>
            <a:lvl7pPr eaLnBrk="1" hangingPunct="1">
              <a:defRPr lang="fr-FR">
                <a:solidFill>
                  <a:schemeClr val="tx2"/>
                </a:solidFill>
              </a:defRPr>
            </a:lvl7pPr>
            <a:lvl8pPr eaLnBrk="1" hangingPunct="1">
              <a:defRPr lang="fr-FR">
                <a:solidFill>
                  <a:schemeClr val="tx2"/>
                </a:solidFill>
              </a:defRPr>
            </a:lvl8pPr>
            <a:lvl9pPr eaLnBrk="1" hangingPunct="1">
              <a:defRPr lang="fr-FR">
                <a:solidFill>
                  <a:schemeClr val="tx2"/>
                </a:solidFill>
              </a:defRPr>
            </a:lvl9pPr>
          </a:lstStyle>
          <a:p>
            <a:pPr algn="r"/>
            <a:r>
              <a:rPr lang="fr-FR" sz="1600" b="0" dirty="0" err="1">
                <a:latin typeface="+mn-lt"/>
              </a:rPr>
              <a:t>Present</a:t>
            </a:r>
            <a:r>
              <a:rPr lang="fr-FR" sz="1600" b="0" dirty="0">
                <a:latin typeface="+mn-lt"/>
              </a:rPr>
              <a:t> by Dave R. DIBAKALA</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fr-FR"/>
            </a:defPPr>
          </a:lstStyle>
          <a:p>
            <a:pPr rtl="0"/>
            <a:r>
              <a:rPr lang="fr-FR" dirty="0"/>
              <a:t>Programme</a:t>
            </a:r>
          </a:p>
        </p:txBody>
      </p:sp>
      <p:sp>
        <p:nvSpPr>
          <p:cNvPr id="3" name="Espace réservé du texte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lstStyle>
            <a:defPPr>
              <a:defRPr lang="fr-FR"/>
            </a:defPPr>
          </a:lstStyle>
          <a:p>
            <a:r>
              <a:rPr lang="fr-FR" dirty="0"/>
              <a:t>Section 1: General Awareness</a:t>
            </a:r>
          </a:p>
          <a:p>
            <a:r>
              <a:rPr lang="en-US" dirty="0"/>
              <a:t>Section 2: Familiarity with CSS</a:t>
            </a:r>
            <a:endParaRPr lang="fr-FR" dirty="0"/>
          </a:p>
          <a:p>
            <a:r>
              <a:rPr lang="en-US" dirty="0"/>
              <a:t>Section 3: JavaScript and Its </a:t>
            </a:r>
            <a:r>
              <a:rPr lang="en-US" dirty="0" err="1"/>
              <a:t>Importanc</a:t>
            </a:r>
            <a:r>
              <a:rPr lang="fr-FR" dirty="0"/>
              <a:t>e</a:t>
            </a:r>
          </a:p>
          <a:p>
            <a:r>
              <a:rPr lang="en-US" dirty="0"/>
              <a:t>Section 4: Introduction to React and Node.js</a:t>
            </a:r>
            <a:endParaRPr lang="fr-FR" dirty="0"/>
          </a:p>
          <a:p>
            <a:r>
              <a:rPr lang="fr-FR" dirty="0"/>
              <a:t>Section 5: Bonus Question</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rtlCol="0"/>
          <a:lstStyle>
            <a:defPPr>
              <a:defRPr lang="fr-FR"/>
            </a:defPPr>
          </a:lstStyle>
          <a:p>
            <a:r>
              <a:rPr lang="fr-FR" dirty="0"/>
              <a:t>Section 1: General </a:t>
            </a:r>
            <a:r>
              <a:rPr lang="fr-FR" dirty="0" err="1"/>
              <a:t>Awareness</a:t>
            </a:r>
            <a:endParaRPr lang="fr-FR" dirty="0"/>
          </a:p>
        </p:txBody>
      </p:sp>
      <p:sp>
        <p:nvSpPr>
          <p:cNvPr id="7" name="Espace réservé du texte 6">
            <a:extLst>
              <a:ext uri="{FF2B5EF4-FFF2-40B4-BE49-F238E27FC236}">
                <a16:creationId xmlns:a16="http://schemas.microsoft.com/office/drawing/2014/main" id="{F70BD87D-F7DA-961B-4024-A354DC87D168}"/>
              </a:ext>
            </a:extLst>
          </p:cNvPr>
          <p:cNvSpPr>
            <a:spLocks noGrp="1"/>
          </p:cNvSpPr>
          <p:nvPr>
            <p:ph sz="quarter" idx="13"/>
          </p:nvPr>
        </p:nvSpPr>
        <p:spPr>
          <a:xfrm>
            <a:off x="2730500" y="2281238"/>
            <a:ext cx="8737600" cy="4329112"/>
          </a:xfrm>
        </p:spPr>
        <p:txBody>
          <a:bodyPr rtlCol="0">
            <a:normAutofit lnSpcReduction="10000"/>
          </a:bodyPr>
          <a:lstStyle>
            <a:defPPr>
              <a:defRPr lang="fr-FR"/>
            </a:defPPr>
          </a:lstStyle>
          <a:p>
            <a:r>
              <a:rPr lang="fr-FR" sz="2200" b="1" dirty="0"/>
              <a:t>Web </a:t>
            </a:r>
            <a:r>
              <a:rPr lang="fr-FR" sz="2200" b="1" dirty="0" err="1"/>
              <a:t>Development</a:t>
            </a:r>
            <a:r>
              <a:rPr lang="fr-FR" sz="2200" b="1" dirty="0"/>
              <a:t> Basics: </a:t>
            </a:r>
            <a:r>
              <a:rPr lang="en-US" sz="2200" b="1" dirty="0"/>
              <a:t>What is web development, and why is it essential in the context of the internet?</a:t>
            </a:r>
          </a:p>
          <a:p>
            <a:pPr marL="0" indent="0">
              <a:buNone/>
            </a:pPr>
            <a:r>
              <a:rPr lang="fr-FR" sz="2200" dirty="0"/>
              <a:t>Web </a:t>
            </a:r>
            <a:r>
              <a:rPr lang="fr-FR" sz="2200" dirty="0" err="1"/>
              <a:t>development</a:t>
            </a:r>
            <a:r>
              <a:rPr lang="en-US" sz="2200" dirty="0"/>
              <a:t> refers to the set of processes used to create and maintain websites and web applications. This is important these days because people use multiple devices, and with web apps, it’s easy to switch from one device to another just by using a web browser.</a:t>
            </a:r>
            <a:endParaRPr lang="fr-FR" sz="2200" dirty="0"/>
          </a:p>
          <a:p>
            <a:pPr rtl="0"/>
            <a:r>
              <a:rPr lang="fr-FR" sz="2200" b="1" dirty="0"/>
              <a:t>HTML </a:t>
            </a:r>
            <a:r>
              <a:rPr lang="fr-FR" sz="2200" b="1" dirty="0" err="1"/>
              <a:t>Knowledge</a:t>
            </a:r>
            <a:r>
              <a:rPr lang="fr-FR" sz="2200" b="1" dirty="0"/>
              <a:t>: </a:t>
            </a:r>
            <a:r>
              <a:rPr lang="en-US" sz="2200" b="1" dirty="0"/>
              <a:t>Have you heard of HTML? If yes, what does HTML stand for, and what is its primary purpose in web development?</a:t>
            </a:r>
            <a:endParaRPr lang="fr-FR" sz="2200" b="1" dirty="0"/>
          </a:p>
          <a:p>
            <a:pPr marL="0" indent="0" rtl="0">
              <a:buNone/>
            </a:pPr>
            <a:r>
              <a:rPr lang="en-US" sz="2200" dirty="0"/>
              <a:t>Yes, of course. HTML stands for </a:t>
            </a:r>
            <a:r>
              <a:rPr lang="en-US" sz="2200" dirty="0" err="1"/>
              <a:t>HyperText</a:t>
            </a:r>
            <a:r>
              <a:rPr lang="en-US" sz="2200" dirty="0"/>
              <a:t> Markup Language; it’s the basic language that structures all the content on a web page. Without HTML, there would be no websites—it’s really the skeleton on which we add CSS for styling and JavaScript to make things interactive.</a:t>
            </a:r>
            <a:endParaRPr lang="fr-FR" sz="2200" dirty="0"/>
          </a:p>
          <a:p>
            <a:pPr rtl="0"/>
            <a:endParaRPr lang="fr-FR" dirty="0"/>
          </a:p>
        </p:txBody>
      </p:sp>
      <p:grpSp>
        <p:nvGrpSpPr>
          <p:cNvPr id="19" name="Groupe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e libre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1" name="Forme libre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2" name="Forme libre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61939-BEAF-B842-216B-1A95CC54C44D}"/>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4E033D94-9AB8-BC9B-DDB8-DC4C460210D4}"/>
              </a:ext>
            </a:extLst>
          </p:cNvPr>
          <p:cNvSpPr>
            <a:spLocks noGrp="1"/>
          </p:cNvSpPr>
          <p:nvPr>
            <p:ph type="title"/>
          </p:nvPr>
        </p:nvSpPr>
        <p:spPr>
          <a:xfrm>
            <a:off x="594360" y="102875"/>
            <a:ext cx="10873740" cy="1680205"/>
          </a:xfrm>
        </p:spPr>
        <p:txBody>
          <a:bodyPr rtlCol="0"/>
          <a:lstStyle>
            <a:defPPr>
              <a:defRPr lang="fr-FR"/>
            </a:defPPr>
          </a:lstStyle>
          <a:p>
            <a:r>
              <a:rPr lang="en-US" dirty="0"/>
              <a:t>Section 2: Familiarity with CSS</a:t>
            </a:r>
            <a:endParaRPr lang="fr-FR" dirty="0"/>
          </a:p>
        </p:txBody>
      </p:sp>
      <p:sp>
        <p:nvSpPr>
          <p:cNvPr id="7" name="Espace réservé du texte 6">
            <a:extLst>
              <a:ext uri="{FF2B5EF4-FFF2-40B4-BE49-F238E27FC236}">
                <a16:creationId xmlns:a16="http://schemas.microsoft.com/office/drawing/2014/main" id="{FBB533F4-3CAF-DB2D-F675-18CC7E6E7156}"/>
              </a:ext>
            </a:extLst>
          </p:cNvPr>
          <p:cNvSpPr>
            <a:spLocks noGrp="1"/>
          </p:cNvSpPr>
          <p:nvPr>
            <p:ph sz="quarter" idx="13"/>
          </p:nvPr>
        </p:nvSpPr>
        <p:spPr>
          <a:xfrm>
            <a:off x="2762250" y="2281238"/>
            <a:ext cx="8705850" cy="3700462"/>
          </a:xfrm>
        </p:spPr>
        <p:txBody>
          <a:bodyPr rtlCol="0">
            <a:normAutofit/>
          </a:bodyPr>
          <a:lstStyle>
            <a:defPPr>
              <a:defRPr lang="fr-FR"/>
            </a:defPPr>
          </a:lstStyle>
          <a:p>
            <a:r>
              <a:rPr lang="fr-FR" sz="2800" b="1" dirty="0"/>
              <a:t>CSS </a:t>
            </a:r>
            <a:r>
              <a:rPr lang="fr-FR" sz="2800" b="1" dirty="0" err="1"/>
              <a:t>Understanding</a:t>
            </a:r>
            <a:r>
              <a:rPr lang="fr-FR" sz="2800" b="1" dirty="0"/>
              <a:t>: </a:t>
            </a:r>
            <a:r>
              <a:rPr lang="en-US" sz="2800" b="1" dirty="0"/>
              <a:t>Are you familiar with CSS? If yes, briefly explain what CSS is used for in web development?</a:t>
            </a:r>
          </a:p>
          <a:p>
            <a:pPr marL="0" indent="0">
              <a:buNone/>
            </a:pPr>
            <a:r>
              <a:rPr lang="en-US" sz="2800" dirty="0"/>
              <a:t>CSS stands for Cascading Style Sheets, and basically, it's what makes a web page look good (colors, fonts, margins, responsiveness, animations—all the visual elements...).</a:t>
            </a:r>
            <a:endParaRPr lang="fr-FR" sz="2800" dirty="0"/>
          </a:p>
        </p:txBody>
      </p:sp>
      <p:grpSp>
        <p:nvGrpSpPr>
          <p:cNvPr id="19" name="Groupe 18">
            <a:extLst>
              <a:ext uri="{FF2B5EF4-FFF2-40B4-BE49-F238E27FC236}">
                <a16:creationId xmlns:a16="http://schemas.microsoft.com/office/drawing/2014/main" id="{F012B2D4-F257-710D-9606-20B99950BB40}"/>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e libre 19">
              <a:extLst>
                <a:ext uri="{FF2B5EF4-FFF2-40B4-BE49-F238E27FC236}">
                  <a16:creationId xmlns:a16="http://schemas.microsoft.com/office/drawing/2014/main" id="{75DEDB60-99F3-38FD-0D2D-812CCC98790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1" name="Forme libre 20">
              <a:extLst>
                <a:ext uri="{FF2B5EF4-FFF2-40B4-BE49-F238E27FC236}">
                  <a16:creationId xmlns:a16="http://schemas.microsoft.com/office/drawing/2014/main" id="{3701A5F9-6DD7-96BB-1030-9E35FACC15A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2" name="Forme libre 21">
              <a:extLst>
                <a:ext uri="{FF2B5EF4-FFF2-40B4-BE49-F238E27FC236}">
                  <a16:creationId xmlns:a16="http://schemas.microsoft.com/office/drawing/2014/main" id="{6306F11E-8444-D4EE-3A03-DF46EE2DCE42}"/>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Tree>
    <p:extLst>
      <p:ext uri="{BB962C8B-B14F-4D97-AF65-F5344CB8AC3E}">
        <p14:creationId xmlns:p14="http://schemas.microsoft.com/office/powerpoint/2010/main" val="4042813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49CCA-54F9-1C97-C66D-31A2FC484D3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1B747E9-BE69-A57F-5AB1-C6D2848D2620}"/>
              </a:ext>
            </a:extLst>
          </p:cNvPr>
          <p:cNvSpPr>
            <a:spLocks noGrp="1"/>
          </p:cNvSpPr>
          <p:nvPr>
            <p:ph type="title"/>
          </p:nvPr>
        </p:nvSpPr>
        <p:spPr>
          <a:xfrm>
            <a:off x="594360" y="102875"/>
            <a:ext cx="10873740" cy="1680205"/>
          </a:xfrm>
        </p:spPr>
        <p:txBody>
          <a:bodyPr rtlCol="0"/>
          <a:lstStyle>
            <a:defPPr>
              <a:defRPr lang="fr-FR"/>
            </a:defPPr>
          </a:lstStyle>
          <a:p>
            <a:r>
              <a:rPr lang="en-US" dirty="0"/>
              <a:t>Section 3: JavaScript and Its Importance</a:t>
            </a:r>
            <a:endParaRPr lang="fr-FR" dirty="0"/>
          </a:p>
        </p:txBody>
      </p:sp>
      <p:sp>
        <p:nvSpPr>
          <p:cNvPr id="7" name="Espace réservé du texte 6">
            <a:extLst>
              <a:ext uri="{FF2B5EF4-FFF2-40B4-BE49-F238E27FC236}">
                <a16:creationId xmlns:a16="http://schemas.microsoft.com/office/drawing/2014/main" id="{22F813B5-88FF-ED96-533F-3606F051A172}"/>
              </a:ext>
            </a:extLst>
          </p:cNvPr>
          <p:cNvSpPr>
            <a:spLocks noGrp="1"/>
          </p:cNvSpPr>
          <p:nvPr>
            <p:ph sz="quarter" idx="13"/>
          </p:nvPr>
        </p:nvSpPr>
        <p:spPr>
          <a:xfrm>
            <a:off x="2762250" y="2281238"/>
            <a:ext cx="8705850" cy="4284662"/>
          </a:xfrm>
        </p:spPr>
        <p:txBody>
          <a:bodyPr rtlCol="0">
            <a:normAutofit/>
          </a:bodyPr>
          <a:lstStyle>
            <a:defPPr>
              <a:defRPr lang="fr-FR"/>
            </a:defPPr>
          </a:lstStyle>
          <a:p>
            <a:r>
              <a:rPr lang="en-US" sz="2800" b="1" dirty="0"/>
              <a:t>Introduction to JavaScript</a:t>
            </a:r>
            <a:r>
              <a:rPr lang="fr-FR" sz="2800" b="1" dirty="0"/>
              <a:t>: </a:t>
            </a:r>
            <a:r>
              <a:rPr lang="en-US" sz="2800" b="1" dirty="0"/>
              <a:t>Have you heard of JavaScript? If yes, what is JavaScript, and why is it crucial for building interactive websites?</a:t>
            </a:r>
          </a:p>
          <a:p>
            <a:pPr marL="0" indent="0">
              <a:buNone/>
            </a:pPr>
            <a:r>
              <a:rPr lang="en-US" sz="2800" dirty="0"/>
              <a:t>JavaScript is the programming language that makes websites interactive, enabling features such as animations, clickable buttons, and dynamic forms. It is an essential language in web development because, without it, web pages would be completely static and offer no interaction with the user.</a:t>
            </a:r>
            <a:endParaRPr lang="fr-FR" sz="2800" dirty="0"/>
          </a:p>
        </p:txBody>
      </p:sp>
      <p:grpSp>
        <p:nvGrpSpPr>
          <p:cNvPr id="19" name="Groupe 18">
            <a:extLst>
              <a:ext uri="{FF2B5EF4-FFF2-40B4-BE49-F238E27FC236}">
                <a16:creationId xmlns:a16="http://schemas.microsoft.com/office/drawing/2014/main" id="{43FBB409-F972-6D57-A917-E750C9412E06}"/>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e libre 19">
              <a:extLst>
                <a:ext uri="{FF2B5EF4-FFF2-40B4-BE49-F238E27FC236}">
                  <a16:creationId xmlns:a16="http://schemas.microsoft.com/office/drawing/2014/main" id="{EE318C9A-6AE4-0B17-7F71-457630EEEA4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1" name="Forme libre 20">
              <a:extLst>
                <a:ext uri="{FF2B5EF4-FFF2-40B4-BE49-F238E27FC236}">
                  <a16:creationId xmlns:a16="http://schemas.microsoft.com/office/drawing/2014/main" id="{E7E6996A-E2D3-7E7A-C8EF-5B873A3039C6}"/>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2" name="Forme libre 21">
              <a:extLst>
                <a:ext uri="{FF2B5EF4-FFF2-40B4-BE49-F238E27FC236}">
                  <a16:creationId xmlns:a16="http://schemas.microsoft.com/office/drawing/2014/main" id="{618A394E-E68D-878A-BB32-CF91A285C4B2}"/>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Tree>
    <p:extLst>
      <p:ext uri="{BB962C8B-B14F-4D97-AF65-F5344CB8AC3E}">
        <p14:creationId xmlns:p14="http://schemas.microsoft.com/office/powerpoint/2010/main" val="2231712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D1FCA-54CF-375B-8527-D5FCAF51BD3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B4F493D-C83C-639C-2273-A0DB3B75CC35}"/>
              </a:ext>
            </a:extLst>
          </p:cNvPr>
          <p:cNvSpPr>
            <a:spLocks noGrp="1"/>
          </p:cNvSpPr>
          <p:nvPr>
            <p:ph type="title"/>
          </p:nvPr>
        </p:nvSpPr>
        <p:spPr>
          <a:xfrm>
            <a:off x="594360" y="102875"/>
            <a:ext cx="10873740" cy="1680205"/>
          </a:xfrm>
        </p:spPr>
        <p:txBody>
          <a:bodyPr rtlCol="0"/>
          <a:lstStyle>
            <a:defPPr>
              <a:defRPr lang="fr-FR"/>
            </a:defPPr>
          </a:lstStyle>
          <a:p>
            <a:r>
              <a:rPr lang="en-US" dirty="0"/>
              <a:t>Section 4: Introduction to React and Node.js</a:t>
            </a:r>
            <a:endParaRPr lang="fr-FR" dirty="0"/>
          </a:p>
        </p:txBody>
      </p:sp>
      <p:sp>
        <p:nvSpPr>
          <p:cNvPr id="7" name="Espace réservé du texte 6">
            <a:extLst>
              <a:ext uri="{FF2B5EF4-FFF2-40B4-BE49-F238E27FC236}">
                <a16:creationId xmlns:a16="http://schemas.microsoft.com/office/drawing/2014/main" id="{6B2B5EDC-E4AD-5972-5BF8-9687590B9343}"/>
              </a:ext>
            </a:extLst>
          </p:cNvPr>
          <p:cNvSpPr>
            <a:spLocks noGrp="1"/>
          </p:cNvSpPr>
          <p:nvPr>
            <p:ph sz="quarter" idx="13"/>
          </p:nvPr>
        </p:nvSpPr>
        <p:spPr>
          <a:xfrm>
            <a:off x="2762250" y="2281238"/>
            <a:ext cx="8705850" cy="4284662"/>
          </a:xfrm>
        </p:spPr>
        <p:txBody>
          <a:bodyPr rtlCol="0">
            <a:normAutofit lnSpcReduction="10000"/>
          </a:bodyPr>
          <a:lstStyle>
            <a:defPPr>
              <a:defRPr lang="fr-FR"/>
            </a:defPPr>
          </a:lstStyle>
          <a:p>
            <a:r>
              <a:rPr lang="en-US" sz="2800" b="1" dirty="0"/>
              <a:t>React and Node.js Awareness</a:t>
            </a:r>
            <a:r>
              <a:rPr lang="fr-FR" sz="2800" b="1" dirty="0"/>
              <a:t>: </a:t>
            </a:r>
            <a:r>
              <a:rPr lang="en-US" sz="2800" b="1" dirty="0"/>
              <a:t>Are you familiar with React and Node.js? If yes, provide a brief description of what React and Node.js are commonly used for in web development?</a:t>
            </a:r>
          </a:p>
          <a:p>
            <a:pPr marL="0" indent="0">
              <a:buNone/>
            </a:pPr>
            <a:r>
              <a:rPr lang="en-US" sz="2800" dirty="0"/>
              <a:t>I know the basics of React for creating dynamic interfaces with components, but I have very little knowledge of Node.js beyond the fact that it allows you to run JavaScript on the server side. It’s precisely because of these gaps in my knowledge that I enrolled in this program—to deepen my skills and master these technologies.</a:t>
            </a:r>
            <a:endParaRPr lang="fr-FR" sz="2800" dirty="0"/>
          </a:p>
        </p:txBody>
      </p:sp>
      <p:grpSp>
        <p:nvGrpSpPr>
          <p:cNvPr id="19" name="Groupe 18">
            <a:extLst>
              <a:ext uri="{FF2B5EF4-FFF2-40B4-BE49-F238E27FC236}">
                <a16:creationId xmlns:a16="http://schemas.microsoft.com/office/drawing/2014/main" id="{75AB7301-9C5C-CE36-45E1-D86BD821032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e libre 19">
              <a:extLst>
                <a:ext uri="{FF2B5EF4-FFF2-40B4-BE49-F238E27FC236}">
                  <a16:creationId xmlns:a16="http://schemas.microsoft.com/office/drawing/2014/main" id="{476781E0-212E-B575-C84B-D1A4CAF9713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1" name="Forme libre 20">
              <a:extLst>
                <a:ext uri="{FF2B5EF4-FFF2-40B4-BE49-F238E27FC236}">
                  <a16:creationId xmlns:a16="http://schemas.microsoft.com/office/drawing/2014/main" id="{C0CBE182-E3ED-A1B4-7D15-158723E74818}"/>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2" name="Forme libre 21">
              <a:extLst>
                <a:ext uri="{FF2B5EF4-FFF2-40B4-BE49-F238E27FC236}">
                  <a16:creationId xmlns:a16="http://schemas.microsoft.com/office/drawing/2014/main" id="{BFC162B2-4195-EF95-0C2B-9D7064648A4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Tree>
    <p:extLst>
      <p:ext uri="{BB962C8B-B14F-4D97-AF65-F5344CB8AC3E}">
        <p14:creationId xmlns:p14="http://schemas.microsoft.com/office/powerpoint/2010/main" val="2854317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601C0-FAEE-35D3-FDB9-0432D89BF0A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17E50F3-C49A-7233-28E7-ADAB9760CDC8}"/>
              </a:ext>
            </a:extLst>
          </p:cNvPr>
          <p:cNvSpPr>
            <a:spLocks noGrp="1"/>
          </p:cNvSpPr>
          <p:nvPr>
            <p:ph type="title"/>
          </p:nvPr>
        </p:nvSpPr>
        <p:spPr>
          <a:xfrm>
            <a:off x="594360" y="102875"/>
            <a:ext cx="10873740" cy="1680205"/>
          </a:xfrm>
        </p:spPr>
        <p:txBody>
          <a:bodyPr rtlCol="0"/>
          <a:lstStyle>
            <a:defPPr>
              <a:defRPr lang="fr-FR"/>
            </a:defPPr>
          </a:lstStyle>
          <a:p>
            <a:r>
              <a:rPr lang="en-US" dirty="0"/>
              <a:t>Section 5: Bonus Question</a:t>
            </a:r>
            <a:endParaRPr lang="fr-FR" dirty="0"/>
          </a:p>
        </p:txBody>
      </p:sp>
      <p:sp>
        <p:nvSpPr>
          <p:cNvPr id="7" name="Espace réservé du texte 6">
            <a:extLst>
              <a:ext uri="{FF2B5EF4-FFF2-40B4-BE49-F238E27FC236}">
                <a16:creationId xmlns:a16="http://schemas.microsoft.com/office/drawing/2014/main" id="{550873C4-1714-5617-A3C7-558025914679}"/>
              </a:ext>
            </a:extLst>
          </p:cNvPr>
          <p:cNvSpPr>
            <a:spLocks noGrp="1"/>
          </p:cNvSpPr>
          <p:nvPr>
            <p:ph sz="quarter" idx="13"/>
          </p:nvPr>
        </p:nvSpPr>
        <p:spPr>
          <a:xfrm>
            <a:off x="2762250" y="2281238"/>
            <a:ext cx="8705850" cy="4284662"/>
          </a:xfrm>
        </p:spPr>
        <p:txBody>
          <a:bodyPr rtlCol="0">
            <a:normAutofit/>
          </a:bodyPr>
          <a:lstStyle>
            <a:defPPr>
              <a:defRPr lang="fr-FR"/>
            </a:defPPr>
          </a:lstStyle>
          <a:p>
            <a:r>
              <a:rPr lang="en-US" sz="2800" b="1" dirty="0"/>
              <a:t>Learning Intentions</a:t>
            </a:r>
            <a:r>
              <a:rPr lang="fr-FR" sz="2800" b="1" dirty="0"/>
              <a:t>: </a:t>
            </a:r>
            <a:r>
              <a:rPr lang="en-US" sz="2800" b="1" dirty="0"/>
              <a:t>Why do you want to learn web development, and what do you hope to achieve by acquiring skills in HTML, CSS, JavaScript, React, and Node.js?</a:t>
            </a:r>
          </a:p>
          <a:p>
            <a:pPr marL="0" indent="0">
              <a:buNone/>
            </a:pPr>
            <a:r>
              <a:rPr lang="en-US" sz="2800" dirty="0"/>
              <a:t>My main goal is to become a full-stack developer by leaving this training with a solid grasp of HTML, CSS, React and Node.js!</a:t>
            </a:r>
            <a:endParaRPr lang="fr-FR" sz="2800" dirty="0"/>
          </a:p>
        </p:txBody>
      </p:sp>
      <p:grpSp>
        <p:nvGrpSpPr>
          <p:cNvPr id="19" name="Groupe 18">
            <a:extLst>
              <a:ext uri="{FF2B5EF4-FFF2-40B4-BE49-F238E27FC236}">
                <a16:creationId xmlns:a16="http://schemas.microsoft.com/office/drawing/2014/main" id="{2788D6A7-408E-BDA7-82E3-938E6A45B7B9}"/>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orme libre 19">
              <a:extLst>
                <a:ext uri="{FF2B5EF4-FFF2-40B4-BE49-F238E27FC236}">
                  <a16:creationId xmlns:a16="http://schemas.microsoft.com/office/drawing/2014/main" id="{C459E11C-1271-F59A-FB25-70771905AEF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1" name="Forme libre 20">
              <a:extLst>
                <a:ext uri="{FF2B5EF4-FFF2-40B4-BE49-F238E27FC236}">
                  <a16:creationId xmlns:a16="http://schemas.microsoft.com/office/drawing/2014/main" id="{E26B4543-36DD-5C25-A2D2-4AAB7C06C29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sp>
          <p:nvSpPr>
            <p:cNvPr id="22" name="Forme libre 21">
              <a:extLst>
                <a:ext uri="{FF2B5EF4-FFF2-40B4-BE49-F238E27FC236}">
                  <a16:creationId xmlns:a16="http://schemas.microsoft.com/office/drawing/2014/main" id="{BF65F12A-484F-B4B8-7B23-F54287DABE4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fr-FR"/>
              </a:defPPr>
            </a:lstStyle>
            <a:p>
              <a:pPr rtl="0"/>
              <a:endParaRPr lang="fr-FR" dirty="0"/>
            </a:p>
          </p:txBody>
        </p:sp>
      </p:grpSp>
    </p:spTree>
    <p:extLst>
      <p:ext uri="{BB962C8B-B14F-4D97-AF65-F5344CB8AC3E}">
        <p14:creationId xmlns:p14="http://schemas.microsoft.com/office/powerpoint/2010/main" val="1153512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rtlCol="0"/>
          <a:lstStyle>
            <a:defPPr>
              <a:defRPr lang="fr-FR"/>
            </a:defPPr>
          </a:lstStyle>
          <a:p>
            <a:pPr rtl="0"/>
            <a:r>
              <a:rPr lang="fr-FR" dirty="0" err="1"/>
              <a:t>Thank</a:t>
            </a:r>
            <a:r>
              <a:rPr lang="fr-FR" dirty="0"/>
              <a:t> You !</a:t>
            </a:r>
          </a:p>
        </p:txBody>
      </p:sp>
      <p:sp>
        <p:nvSpPr>
          <p:cNvPr id="3" name="Espace réservé du texte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rtlCol="0"/>
          <a:lstStyle>
            <a:defPPr>
              <a:defRPr lang="fr-FR"/>
            </a:defPPr>
          </a:lstStyle>
          <a:p>
            <a:pPr rtl="0"/>
            <a:r>
              <a:rPr lang="fr-FR" dirty="0"/>
              <a:t>Dave R. DIBAKALA</a:t>
            </a:r>
          </a:p>
          <a:p>
            <a:pPr rtl="0"/>
            <a:r>
              <a:rPr lang="fr-FR" dirty="0"/>
              <a:t>stardavo@gmail.com</a:t>
            </a:r>
          </a:p>
          <a:p>
            <a:r>
              <a:rPr lang="fr-FR" dirty="0"/>
              <a:t>https://github.com/stardavo/</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Personnalisé">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2_TF78853419_Win32" id="{E939D1AD-245E-4113-B88E-E20D599B2C52}" vid="{B269D645-ADA9-4C84-B6E4-2BDC65D07C9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{609344EF-5C99-4457-B83A-5D1F3E361464}TFd3b75063-ff25-434d-b12c-efeaf07d16c3843f2ce2_win32-4817930b7c4d</Template>
  <TotalTime>41</TotalTime>
  <Words>558</Words>
  <Application>Microsoft Office PowerPoint</Application>
  <PresentationFormat>Grand écran</PresentationFormat>
  <Paragraphs>37</Paragraphs>
  <Slides>8</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vt:i4>
      </vt:variant>
    </vt:vector>
  </HeadingPairs>
  <TitlesOfParts>
    <vt:vector size="13" baseType="lpstr">
      <vt:lpstr>Arial</vt:lpstr>
      <vt:lpstr>Calibri</vt:lpstr>
      <vt:lpstr>Franklin Gothic Book</vt:lpstr>
      <vt:lpstr>Franklin Gothic Demi</vt:lpstr>
      <vt:lpstr>Personnalisé</vt:lpstr>
      <vt:lpstr>What You're Aiming For</vt:lpstr>
      <vt:lpstr>Programme</vt:lpstr>
      <vt:lpstr>Section 1: General Awareness</vt:lpstr>
      <vt:lpstr>Section 2: Familiarity with CSS</vt:lpstr>
      <vt:lpstr>Section 3: JavaScript and Its Importance</vt:lpstr>
      <vt:lpstr>Section 4: Introduction to React and Node.js</vt:lpstr>
      <vt:lpstr>Section 5: Bonus Question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Dibakala</dc:creator>
  <cp:lastModifiedBy>Dave Dibakala</cp:lastModifiedBy>
  <cp:revision>4</cp:revision>
  <dcterms:created xsi:type="dcterms:W3CDTF">2026-04-03T17:58:27Z</dcterms:created>
  <dcterms:modified xsi:type="dcterms:W3CDTF">2026-04-03T18:39:40Z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